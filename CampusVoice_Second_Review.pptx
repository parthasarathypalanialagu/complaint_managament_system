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14016" y="2386584"/>
            <a:ext cx="10725912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      </a:t>
            </a:r>
            <a:r>
              <a:rPr dirty="0" err="1"/>
              <a:t>CampusVoice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93C5FD"/>
                </a:solidFill>
                <a:latin typeface="Segoe UI"/>
              </a:defRPr>
            </a:pPr>
            <a:r>
              <a:rPr dirty="0"/>
              <a:t>AI-Powered Campus Complaint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Implementation Progress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Backend API &amp; Auth  —  Completed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FastAPI + JWT multi-role authentication fully operational.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Gemini AI Integration  —  Completed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Async pipeline live — category, priority, sentiment, action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ML Fallback Model  —  Completed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TF-IDF + Logistic Regression model trained with 500+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0175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React Frontend &amp; UI  —  Completed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Light theme, Tailwind CSS, full-screen drawer UI, Lucide Icons.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Discussion Forum Module  —  Completed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Two-way real-time comment system with role-based styling.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17720"/>
            <a:ext cx="53949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Analytics &amp; CSV Export  —  In Progress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Recharts dashboard complete, CSV generation in final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Module 1: Student Portal — Complaint Submission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1</a:t>
            </a:r>
            <a:br/>
            <a:r>
              <a:t>Login / Register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JWT-secured session with Role-based access (Student vs Admin).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2</a:t>
            </a:r>
            <a:br/>
            <a:r>
              <a:t>Fill Complaint Form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Title, description, category tag, and optional image evidence upload.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3</a:t>
            </a:r>
            <a:br/>
            <a:r>
              <a:t>Live AI Preview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Real-time keyword matching provides instant category preview while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4</a:t>
            </a:r>
            <a:br/>
            <a:r>
              <a:t>Submit &amp; AI Analysis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Form submitted — AI analysis runs async in background (&lt; 2 seconds).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5</a:t>
            </a:r>
            <a:br/>
            <a:r>
              <a:t>Track in History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Student can see Pending → In Progress → Resolved status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6</a:t>
            </a:r>
            <a:br/>
            <a:r>
              <a:t>Discussion Forum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Click any complaint to open full-screen drawer with live comment thread.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Module 2: Admin Command Center — Full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Stat Cards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5 live counters: Total, Pending, In Progress, Resolved, High Priority — with animated counter.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Search &amp; Filter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Real-time search bar + filter tabs (All / Pending / In Progress / Resolved).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Complaint Row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Title, AI category badge, priority badge, sentiment badge, status, and arrow indicator.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10896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AI Suggestion Strip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Bot icon with concise suggestion preview shown in each row under the title.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Full-Screen Drawer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Click any row → drawer opens below navbar with all details &amp; discussion forum side by 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800600"/>
            <a:ext cx="5394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Status Actions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One-click 'Start Work' and 'Resolve Issue' buttons update status in real-time with toast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Module 3: AI / ML 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1828800" cy="1737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Student Submits</a:t>
            </a:r>
            <a:br/>
            <a:r>
              <a:t>Complaint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011680"/>
            <a:ext cx="1828800" cy="1737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  <a:br/>
            <a:r>
              <a:t>BackgroundTask</a:t>
            </a:r>
            <a:br/>
            <a:r>
              <a:t>Triggered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182880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Gemini API</a:t>
            </a:r>
            <a:br/>
            <a:r>
              <a:t>Call (Async)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011680"/>
            <a:ext cx="182880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Response:</a:t>
            </a:r>
            <a:br/>
            <a:r>
              <a:t>Category, Priority,</a:t>
            </a:r>
            <a:br/>
            <a:r>
              <a:t>Sentiment, Action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011680"/>
            <a:ext cx="1828800" cy="1737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Stored in</a:t>
            </a:r>
            <a:br/>
            <a:r>
              <a:t>AIPrediction</a:t>
            </a:r>
            <a:br/>
            <a:r>
              <a:t>Table (DB)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60" y="2011680"/>
            <a:ext cx="1828800" cy="1737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201168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UI Auto-reflects</a:t>
            </a:r>
            <a:br/>
            <a:r>
              <a:t>AI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725912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⚡  Fallback Path (When Gemini API is Offline)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Complaint text is passed to the Scikit-Learn TF-IDF Vectorizer → Logistic Regression model trained on 500+ sample complaints → Produces category prediction instantly → Stored identically in the AIPrediction table. Zero downtime for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Module 4: Two-Way Discussion Forum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Technical Implementation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POST /complaints/{id}/comments — creates comment with user_id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GET  /complaints/{id}/comments — retrieves all comments ordered by time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Comment model: id, complaint_id, user_id, content, created_at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Pydantic schema: CommentCreate {content}, CommentOut {id, content, user{name, role}}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ComplaintOut schema updated to include serialized comments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Frontend UX Design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Chat-bubble layout: student = blue right, admin = indigo left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Username + role label + timestamp shown per bubble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Scrollable message history (max-h-80) with overflow-y-auto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Send button with disabled state when input is empty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toast.success / toast.error feedback on post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Integrated inside full-screen drawer — no separate page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Challenges Faced &amp; Solutions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591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⚠ 422 Unprocessable Entity Error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Root Cause: Frontend sent { text: '...' } but backend schema expected { content: '...' }.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✓ Fix: Aligned field name to 'content' in CommentsSection.jsx API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2591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⚠ Dark vs Light Theme Mismatch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Root Cause: Glassmorphism dark classes (text-white/60, bg-white/5) conflicted with light backgrounds.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✓ Fix: Systematically replaced all /opacity utilities with gray-* Tailwind scale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14215"/>
            <a:ext cx="1072591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⚠ Drawer Blocked Navbar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Root Cause: Drawer panel was using z-50 + top-0 which covered the global navigation bar.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✓ Fix: Changed to z-40, top-16, h-[calc(100vh-4rem)] so navbar stays visible and usable.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12664"/>
            <a:ext cx="1072591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⚠ Recharts Invisible on Light BG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Root Cause: Chart axis labels, grid lines, and tooltip backgrounds were white-on-white.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✓ Fix: Overrode stroke, fill, and cartesianGrid stroke props with explicit gray colors.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Unit &amp; Integration Testing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5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Area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Student Login /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JWT token generated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Complaint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DB entry created + AI task triggered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Gemini AI Categorization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API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Category, priority, sentiment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ML Fallback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Correct label predicted offline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Comment POST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422 resolved; comment saved to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Admin Status 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 patched; toast shown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Analytics CSV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CSV downloads with correct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In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Revised Development Timeline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5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1-3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4-6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7-9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10-12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Requirement Analysis &amp; DB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FastAPI Backend Setup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Gemini AI &amp; ML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React UI, Light Theme &amp; Drawer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Discussion Forum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Analytics, Testing &amp; Final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953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 Vishnu Package</cp:lastModifiedBy>
  <cp:revision>3</cp:revision>
  <dcterms:created xsi:type="dcterms:W3CDTF">2013-01-27T09:14:16Z</dcterms:created>
  <dcterms:modified xsi:type="dcterms:W3CDTF">2026-07-22T09:41:04Z</dcterms:modified>
  <cp:category/>
</cp:coreProperties>
</file>