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96312" y="2359152"/>
            <a:ext cx="10725912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      </a:t>
            </a:r>
            <a:r>
              <a:rPr dirty="0" err="1"/>
              <a:t>CampusVoice</a:t>
            </a:r>
            <a:endParaRPr dirty="0"/>
          </a:p>
          <a:p>
            <a:pPr>
              <a:spcBef>
                <a:spcPts val="600"/>
              </a:spcBef>
              <a:defRPr sz="2200">
                <a:solidFill>
                  <a:srgbClr val="93C5FD"/>
                </a:solidFill>
                <a:latin typeface="Segoe UI"/>
              </a:defRPr>
            </a:pPr>
            <a:r>
              <a:rPr dirty="0"/>
              <a:t>AI-Powered Campus Complaint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Introduction &amp; Problem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Segoe UI"/>
              </a:defRPr>
            </a:pPr>
            <a:r>
              <a:t>Why campus complaint management needs an AI-driven upgrade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Current Challenges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Physical complaint boxes — tickets are lost/forgotten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Generic email inboxes — no structured routing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Zero urgency intelligence — emergencies buried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No real-time status transparency for students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Admins cannot request clarifications from 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21208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Segoe UI"/>
              </a:defRPr>
            </a:pPr>
            <a:r>
              <a:t>Why AI is the Solution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Instant auto-categorization via Google Gemini LLM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Priority scoring surfaces critical issues immediately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Sentiment analysis reveals student frustration levels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Admin action plan generation from complaint content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Fallback Scikit-Learn ML for 100% offline reliability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  <a:latin typeface="Segoe UI"/>
              </a:defRPr>
            </a:pPr>
            <a:r>
              <a:t>Delayed Resolution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Complaints take days to reach the right authority.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17320"/>
            <a:ext cx="33375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  <a:latin typeface="Segoe UI"/>
              </a:defRPr>
            </a:pPr>
            <a:r>
              <a:t>Lack of Transparency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Students receive zero status updates post-submission.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417320"/>
            <a:ext cx="33375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  <a:latin typeface="Segoe UI"/>
              </a:defRPr>
            </a:pPr>
            <a:r>
              <a:t>No Priority Intelligence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Critical safety issues treated the same as suggestions.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3931920"/>
            <a:ext cx="33375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  <a:latin typeface="Segoe UI"/>
              </a:defRPr>
            </a:pPr>
            <a:r>
              <a:t>Manual Categorization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Staff spend hours manually reading, tagging &amp; forwarding.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931920"/>
            <a:ext cx="333756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  <a:latin typeface="Segoe UI"/>
              </a:defRPr>
            </a:pPr>
            <a:r>
              <a:t>Communication Gap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No channel for follow-up questions between parties.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Existing System vs Proposed System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7259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26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Existing System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CampusVoice AI (Proposed)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Categorization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Manual by staff (hours delay)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Automatic via Google Gemini AI (seconds)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Prioritization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Not available — FIFO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High / Medium / Low auto-scored urgency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One-way email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Real-time two-way discussion forum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Analytics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11D48"/>
                          </a:solidFill>
                          <a:latin typeface="Segoe UI"/>
                        </a:defRPr>
                      </a:pPr>
                      <a:r>
                        <a:t>Excel spreadsheets — manual tallying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Live interactive charts with CSV export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Proposed System — CampusVoice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50215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Gemini AI Engine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LLM pipeline for auto-categorization, sentiment scoring &amp; action plan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417320"/>
            <a:ext cx="350215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ML Fallback Model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Scikit-Learn TF-IDF Vectorizer + Logistic Regression for offline reliability.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17320"/>
            <a:ext cx="350215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Discussion Forum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Real-time two-way chat on every complaint ticket (Admin ↔ Student).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50215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Full-Screen Drawer UI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Slide-over full-screen detail panel with live chat under the global navbar.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3931920"/>
            <a:ext cx="350215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Analytics Dashboard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Recharts visual metrics: category bars, sentiment pies, monthly trend 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931920"/>
            <a:ext cx="3502152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CSV Export System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One-click export of all complaint data and analytics for management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591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Objective 1 — Automate Complaint Processing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Eliminate manual categorization by applying LLM zero-shot classification, reducing admin triage time by 90%.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72591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Objective 2 — Urgency-Based Priority Queuing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Surface high-priority safety and infrastructure failures to the top of the admin queue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1072591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Objective 3 — Transparent Real-Time Tracking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Provide students with a visible status timeline (Pending → In Progress → Resolved) and two-way comments.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25912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Objective 4 — Strategic Campus Analytics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Deliver management-level dashboards showing category breakdown, sentiment trends, and submission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Scope of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In-Scope Deliverables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Student complaint submission with image evidence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Async Gemini AI: category, priority, sentiment, action plan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TF-IDF Logistic Regression fallback ML model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Admin dashboard: filter, search, status management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Two-way comment discussion forum per ticket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Analytics with interactive charts &amp; CSV export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  • JWT-authenticated role-based access (Student / Admin)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21208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64748B"/>
                </a:solidFill>
                <a:latin typeface="Segoe UI"/>
              </a:defRPr>
            </a:pPr>
            <a:r>
              <a:t>Future Scope (Out of Current Review)</a:t>
            </a:r>
          </a:p>
          <a:p>
            <a:pPr>
              <a:spcBef>
                <a:spcPts val="5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  • Native iOS &amp; Android mobile application builds</a:t>
            </a:r>
          </a:p>
          <a:p>
            <a:pPr>
              <a:spcBef>
                <a:spcPts val="5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  • SMS / WhatsApp gateway complaint notifications</a:t>
            </a:r>
          </a:p>
          <a:p>
            <a:pPr>
              <a:spcBef>
                <a:spcPts val="5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  • Multi-campus enterprise domain support</a:t>
            </a:r>
          </a:p>
          <a:p>
            <a:pPr>
              <a:spcBef>
                <a:spcPts val="5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  • SLA deadline tracking &amp; auto-escalation</a:t>
            </a:r>
          </a:p>
          <a:p>
            <a:pPr>
              <a:spcBef>
                <a:spcPts val="5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  • Voice-to-text complaint submission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Planned High-Level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Presentation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29184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0F172A"/>
                </a:solidFill>
                <a:latin typeface="Segoe UI"/>
              </a:defRPr>
            </a:pPr>
            <a:r>
              <a:t>React 18 + Vite</a:t>
            </a:r>
            <a:br/>
            <a:r>
              <a:t>Tailwind CSS (Light Theme)</a:t>
            </a:r>
            <a:br/>
            <a:r>
              <a:t>Recharts + Lucide Icons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17320"/>
            <a:ext cx="329184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Application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920240"/>
            <a:ext cx="329184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0F172A"/>
                </a:solidFill>
                <a:latin typeface="Segoe UI"/>
              </a:defRPr>
            </a:pPr>
            <a:r>
              <a:t>FastAPI (Python)</a:t>
            </a:r>
            <a:br/>
            <a:r>
              <a:t>JWT Authentication</a:t>
            </a:r>
            <a:br/>
            <a:r>
              <a:t>Async Background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417320"/>
            <a:ext cx="3291840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1417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AI / ML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920240"/>
            <a:ext cx="329184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0F172A"/>
                </a:solidFill>
                <a:latin typeface="Segoe UI"/>
              </a:defRPr>
            </a:pPr>
            <a:r>
              <a:t>Google Gemini REST API</a:t>
            </a:r>
            <a:br/>
            <a:r>
              <a:t>TF-IDF Vectorizer</a:t>
            </a:r>
            <a:br/>
            <a:r>
              <a:t>Logistic Regression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5029200"/>
            <a:ext cx="329184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5029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SQLite Database  (SQLAlchemy ORM)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394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3949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React 18 (Vite SPA)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Tailwind CSS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Recharts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Axios HTTP Client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Lucide Icons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9496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20240"/>
            <a:ext cx="53949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FastAPI (Python 3.11)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SQLAlchemy ORM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Pydantic v2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JWT Auth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Async Background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394960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AI / 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3949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Google Gemini REST API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Scikit-Learn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TF-IDF Vectorizer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Logistic Regression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Async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69080"/>
            <a:ext cx="5394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572000"/>
            <a:ext cx="53949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SQLite Database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File Storage (Evidence Images)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Git / GitHub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  ✓  Python-pptx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Development Timeline Plan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72591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Weeks 1-3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Weeks 4-6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Weeks 7-9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Weeks 10-12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Requirement Analysis &amp; Database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6534"/>
                          </a:solidFill>
                          <a:latin typeface="Segoe UI"/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FastAPI Backend Setup &amp; JWT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Gemini AI Integration &amp; ML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React Frontend &amp; Light Theme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Discussion Forum &amp; Analytics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Testing, Deployment &amp;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3A8A"/>
                          </a:solidFill>
                          <a:latin typeface="Segoe U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Segoe UI"/>
              </a:defRPr>
            </a:pPr>
            <a:r>
              <a:t>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3A8A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5912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Academic &amp; Technical References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1. Google Gemini API Documentation — https://ai.google.dev/docs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2. FastAPI Official Docs — https://fastapi.tiangolo.com/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3. React 18 Official Documentation — https://react.dev/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4. Scikit-Learn User Guide: TF-IDF &amp; Logistic Regression — https://scikit-learn.org/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5. Tailwind CSS Documentation — https://tailwindcss.com/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6. Recharts React Charting Library — https://recharts.org/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7. SQLAlchemy ORM Documentation — https://docs.sqlalchemy.org/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879</Words>
  <Application>Microsoft Office PowerPoint</Application>
  <PresentationFormat>Widescreen</PresentationFormat>
  <Paragraphs>171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 Vishnu Package</cp:lastModifiedBy>
  <cp:revision>2</cp:revision>
  <dcterms:created xsi:type="dcterms:W3CDTF">2013-01-27T09:14:16Z</dcterms:created>
  <dcterms:modified xsi:type="dcterms:W3CDTF">2026-07-22T09:40:47Z</dcterms:modified>
  <cp:category/>
</cp:coreProperties>
</file>